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41"/>
    <p:restoredTop sz="78483" autoAdjust="0"/>
  </p:normalViewPr>
  <p:slideViewPr>
    <p:cSldViewPr snapToGrid="0" snapToObjects="1">
      <p:cViewPr>
        <p:scale>
          <a:sx n="66" d="100"/>
          <a:sy n="66" d="100"/>
        </p:scale>
        <p:origin x="1170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9DA71-5BC2-2E45-8077-7346AE4C882A}" type="datetimeFigureOut">
              <a:rPr kumimoji="1" lang="zh-CN" altLang="en-US" smtClean="0"/>
              <a:t>2020/1/19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F1ADA2-B62A-F243-A15E-B31C5B3C033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5065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目标检测与识别 （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 Detection and Recognition)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图像视频分割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(Image/Video Segmentation)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图像视频合成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(Image/Video Synthesis)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视觉与语言 （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Vision and Language)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视频理解技术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(Video </a:t>
            </a:r>
            <a:r>
              <a:rPr lang="en-US" altLang="zh-CN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Undertanding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Technology)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三维视觉技术 （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3D Vision Technology)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以人为中心的视觉技术 （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 Centered Vision Technology</a:t>
            </a:r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底层视觉与图像处理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(Low-level Vision and Image Processing)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医学图像分析 （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Medical Image Analysis</a:t>
            </a:r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类脑视觉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(Brain Inspired Vision)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深度模型架构设计与优化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zh-CN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Architechture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 and Optimization of Deep Models)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迁移学习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(Transfer Learning 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增量及连续学习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(Incremental and Continual Learning)</a:t>
            </a:r>
            <a:r>
              <a:rPr lang="en-US" altLang="zh-CN" dirty="0"/>
              <a:t> </a:t>
            </a:r>
          </a:p>
          <a:p>
            <a:r>
              <a:rPr lang="zh-C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视觉智能模型的抗攻击性 </a:t>
            </a:r>
            <a:r>
              <a:rPr lang="en-US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(Anti-attack Ability of Visual Intelligence Model)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F1ADA2-B62A-F243-A15E-B31C5B3C033C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1115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1/19/2020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1/19/2020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
第二级
第三级
第四级
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1/19/2020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4F2CDE-0351-A148-A202-6D8D94AD3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524" y="290719"/>
            <a:ext cx="5548307" cy="5744817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19XX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年出生，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大学，助理教授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副教授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教授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助研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副研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研究员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高工</a:t>
            </a:r>
            <a:endParaRPr kumimoji="1"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学习经历</a:t>
            </a:r>
            <a:endParaRPr kumimoji="1" lang="en-US" altLang="zh-CN" sz="2400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大学，博士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大学，硕士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大学，学士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工作经历（根据情况删减）</a:t>
            </a:r>
            <a:endParaRPr kumimoji="1" lang="en-US" altLang="zh-CN" sz="2400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大学，教授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研究员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大学，副教授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副研究员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年：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大学，助教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助研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博士后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84048" lvl="1">
              <a:spcBef>
                <a:spcPts val="1000"/>
              </a:spcBef>
              <a:buFont typeface="Franklin Gothic Book" panose="020B0503020102020204" pitchFamily="34" charset="0"/>
              <a:buChar char="■"/>
            </a:pPr>
            <a:r>
              <a:rPr kumimoji="1" lang="zh-CN" altLang="en-US" sz="2400" i="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研究领域及研究方向</a:t>
            </a:r>
            <a:endParaRPr kumimoji="1" lang="en-US" altLang="zh-CN" sz="2400" i="0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领域：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机器学习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计算机视觉</a:t>
            </a: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/XXXX</a:t>
            </a: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方向：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物体检测，视觉与语言，人脸识别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41248" lvl="2">
              <a:spcBef>
                <a:spcPts val="1000"/>
              </a:spcBef>
              <a:buFont typeface="Wingdings" pitchFamily="2" charset="2"/>
              <a:buChar char="Ø"/>
            </a:pPr>
            <a:r>
              <a:rPr kumimoji="1"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特长：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可从备注中选择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D47A628-E42B-4043-8102-51CD10979AA9}"/>
              </a:ext>
            </a:extLst>
          </p:cNvPr>
          <p:cNvSpPr/>
          <p:nvPr/>
        </p:nvSpPr>
        <p:spPr>
          <a:xfrm>
            <a:off x="760702" y="6423311"/>
            <a:ext cx="50412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个人主页：</a:t>
            </a:r>
            <a:r>
              <a:rPr kumimoji="1" lang="en-US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www.xxxx.com</a:t>
            </a:r>
            <a:endParaRPr kumimoji="1" lang="zh-CN" altLang="en-US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B90EE9-F642-704D-B427-03B56C8E6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440546"/>
              </p:ext>
            </p:extLst>
          </p:nvPr>
        </p:nvGraphicFramePr>
        <p:xfrm>
          <a:off x="6604000" y="290719"/>
          <a:ext cx="541620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4014">
                  <a:extLst>
                    <a:ext uri="{9D8B030D-6E8A-4147-A177-3AD203B41FA5}">
                      <a16:colId xmlns:a16="http://schemas.microsoft.com/office/drawing/2014/main" val="2897598901"/>
                    </a:ext>
                  </a:extLst>
                </a:gridCol>
                <a:gridCol w="742188">
                  <a:extLst>
                    <a:ext uri="{9D8B030D-6E8A-4147-A177-3AD203B41FA5}">
                      <a16:colId xmlns:a16="http://schemas.microsoft.com/office/drawing/2014/main" val="593952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发表文章情况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数量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58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PAMI/IJCV/JMLR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2195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TIP/TCSVT/TNNLS/ML 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447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CVPR/ICCV/ECCV/NeurIPS/ICML/ACM MM/ICLR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3579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PR/CVIU/PRL/Neurocomputing/AAAI/IJCAI 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118686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332CF97-864B-444D-8AB2-8925AF228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162574"/>
              </p:ext>
            </p:extLst>
          </p:nvPr>
        </p:nvGraphicFramePr>
        <p:xfrm>
          <a:off x="6604016" y="2286646"/>
          <a:ext cx="5415385" cy="64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077">
                  <a:extLst>
                    <a:ext uri="{9D8B030D-6E8A-4147-A177-3AD203B41FA5}">
                      <a16:colId xmlns:a16="http://schemas.microsoft.com/office/drawing/2014/main" val="1066962081"/>
                    </a:ext>
                  </a:extLst>
                </a:gridCol>
                <a:gridCol w="1083077">
                  <a:extLst>
                    <a:ext uri="{9D8B030D-6E8A-4147-A177-3AD203B41FA5}">
                      <a16:colId xmlns:a16="http://schemas.microsoft.com/office/drawing/2014/main" val="146839463"/>
                    </a:ext>
                  </a:extLst>
                </a:gridCol>
                <a:gridCol w="1083077">
                  <a:extLst>
                    <a:ext uri="{9D8B030D-6E8A-4147-A177-3AD203B41FA5}">
                      <a16:colId xmlns:a16="http://schemas.microsoft.com/office/drawing/2014/main" val="3068089803"/>
                    </a:ext>
                  </a:extLst>
                </a:gridCol>
                <a:gridCol w="1083077">
                  <a:extLst>
                    <a:ext uri="{9D8B030D-6E8A-4147-A177-3AD203B41FA5}">
                      <a16:colId xmlns:a16="http://schemas.microsoft.com/office/drawing/2014/main" val="738840966"/>
                    </a:ext>
                  </a:extLst>
                </a:gridCol>
                <a:gridCol w="1083077">
                  <a:extLst>
                    <a:ext uri="{9D8B030D-6E8A-4147-A177-3AD203B41FA5}">
                      <a16:colId xmlns:a16="http://schemas.microsoft.com/office/drawing/2014/main" val="3042784470"/>
                    </a:ext>
                  </a:extLst>
                </a:gridCol>
              </a:tblGrid>
              <a:tr h="320400"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谷歌学术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引用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H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i-10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单篇最高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507103"/>
                  </a:ext>
                </a:extLst>
              </a:tr>
              <a:tr h="320400"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925386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7369D6A-F2F4-4049-A4C9-881069D8F695}"/>
              </a:ext>
            </a:extLst>
          </p:cNvPr>
          <p:cNvSpPr/>
          <p:nvPr/>
        </p:nvSpPr>
        <p:spPr>
          <a:xfrm>
            <a:off x="6530502" y="6423311"/>
            <a:ext cx="50412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Google Scholar</a:t>
            </a:r>
            <a:r>
              <a:rPr kumimoji="1"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主页：</a:t>
            </a:r>
            <a:r>
              <a:rPr kumimoji="1" lang="en-US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www.xxxx.com</a:t>
            </a:r>
            <a:endParaRPr kumimoji="1" lang="zh-CN" altLang="en-US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1" name="直线连接符 10">
            <a:extLst>
              <a:ext uri="{FF2B5EF4-FFF2-40B4-BE49-F238E27FC236}">
                <a16:creationId xmlns:a16="http://schemas.microsoft.com/office/drawing/2014/main" id="{999542EB-2964-834B-9566-DA4D2DADB334}"/>
              </a:ext>
            </a:extLst>
          </p:cNvPr>
          <p:cNvCxnSpPr>
            <a:cxnSpLocks/>
          </p:cNvCxnSpPr>
          <p:nvPr/>
        </p:nvCxnSpPr>
        <p:spPr>
          <a:xfrm>
            <a:off x="6434865" y="294129"/>
            <a:ext cx="0" cy="6347023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5ED25A78-3871-2C42-8E60-8451524702CE}"/>
              </a:ext>
            </a:extLst>
          </p:cNvPr>
          <p:cNvSpPr/>
          <p:nvPr/>
        </p:nvSpPr>
        <p:spPr>
          <a:xfrm>
            <a:off x="6706896" y="4348549"/>
            <a:ext cx="5313306" cy="15731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84048" lvl="1" indent="-384048" defTabSz="914400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</a:pP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(AC,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AE,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获奖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kumimoji="1" lang="zh-CN" altLang="en-US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入选人才计划等</a:t>
            </a:r>
            <a:r>
              <a:rPr kumimoji="1" lang="en-US" altLang="zh-CN" sz="24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期刊编委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会议领域主席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itchFamily="2" charset="2"/>
              <a:buChar char="Ø"/>
            </a:pPr>
            <a:r>
              <a:rPr kumimoji="1" lang="en-US" altLang="zh-CN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kumimoji="1" lang="zh-CN" altLang="en-US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</a:t>
            </a:r>
            <a:endParaRPr kumimoji="1" lang="en-US" altLang="zh-CN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buFont typeface="Wingdings" pitchFamily="2" charset="2"/>
              <a:buChar char="Ø"/>
            </a:pPr>
            <a:endParaRPr kumimoji="1" lang="en-US" altLang="zh-CN" dirty="0">
              <a:solidFill>
                <a:srgbClr val="113381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829D09BA-369B-9A4B-8D41-A8811E734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15241"/>
              </p:ext>
            </p:extLst>
          </p:nvPr>
        </p:nvGraphicFramePr>
        <p:xfrm>
          <a:off x="6604000" y="3069173"/>
          <a:ext cx="5416203" cy="96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824">
                  <a:extLst>
                    <a:ext uri="{9D8B030D-6E8A-4147-A177-3AD203B41FA5}">
                      <a16:colId xmlns:a16="http://schemas.microsoft.com/office/drawing/2014/main" val="1066962081"/>
                    </a:ext>
                  </a:extLst>
                </a:gridCol>
                <a:gridCol w="3745379">
                  <a:extLst>
                    <a:ext uri="{9D8B030D-6E8A-4147-A177-3AD203B41FA5}">
                      <a16:colId xmlns:a16="http://schemas.microsoft.com/office/drawing/2014/main" val="146839463"/>
                    </a:ext>
                  </a:extLst>
                </a:gridCol>
              </a:tblGrid>
              <a:tr h="320400"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参与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VALSE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情况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概述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507103"/>
                  </a:ext>
                </a:extLst>
              </a:tr>
              <a:tr h="320400"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VALSE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年度大会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2017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年参会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讲习班讲者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组委会成员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/XXX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925386"/>
                  </a:ext>
                </a:extLst>
              </a:tr>
              <a:tr h="320400">
                <a:tc>
                  <a:txBody>
                    <a:bodyPr/>
                    <a:lstStyle/>
                    <a:p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VALSE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Webinar</a:t>
                      </a:r>
                      <a:endParaRPr lang="zh-CN" alt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500" dirty="0">
                          <a:solidFill>
                            <a:srgbClr val="FF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例如：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主持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次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推荐讲者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人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报告</a:t>
                      </a:r>
                      <a:r>
                        <a:rPr lang="en-US" altLang="zh-CN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lang="zh-CN" altLang="en-US" sz="15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7850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6352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6665C9-B9F5-7746-BA6B-877B6964C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905" y="137886"/>
            <a:ext cx="10789919" cy="798285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最具代表性的工作概述（最多不超过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页）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03EBBD8-9A8C-427F-8D4E-FF9FE1BA5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3905" y="1095829"/>
            <a:ext cx="10432209" cy="5428342"/>
          </a:xfrm>
        </p:spPr>
        <p:txBody>
          <a:bodyPr>
            <a:normAutofit/>
          </a:bodyPr>
          <a:lstStyle/>
          <a:p>
            <a:r>
              <a:rPr kumimoji="1" lang="zh-CN" altLang="en-US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请言简意赅的介绍自己</a:t>
            </a:r>
            <a:r>
              <a:rPr kumimoji="1" lang="en-US" altLang="zh-CN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个代表作的研究目标、动机、创新点、科学价值或应用价值，</a:t>
            </a:r>
            <a:r>
              <a:rPr kumimoji="1" lang="zh-CN" altLang="en-US" sz="28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尽量图示</a:t>
            </a:r>
            <a:endParaRPr kumimoji="1" lang="en-US" altLang="zh-CN" sz="28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kumimoji="1" lang="zh-CN" altLang="en-US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主要目的是方便</a:t>
            </a:r>
            <a:r>
              <a:rPr kumimoji="1" lang="en-US" altLang="zh-CN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</a:t>
            </a:r>
            <a:r>
              <a:rPr kumimoji="1" lang="zh-CN" altLang="en-US" sz="2800" dirty="0">
                <a:solidFill>
                  <a:srgbClr val="11338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们了解您的主要研究领域、特长方向以及主要的贡献点</a:t>
            </a:r>
            <a:endParaRPr kumimoji="1" lang="en-US" altLang="zh-CN" sz="2800" dirty="0">
              <a:solidFill>
                <a:srgbClr val="11338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1627289"/>
      </p:ext>
    </p:extLst>
  </p:cSld>
  <p:clrMapOvr>
    <a:masterClrMapping/>
  </p:clrMapOvr>
</p:sld>
</file>

<file path=ppt/theme/theme1.xml><?xml version="1.0" encoding="utf-8"?>
<a:theme xmlns:a="http://schemas.openxmlformats.org/drawingml/2006/main" name="裁剪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裁剪</Template>
  <TotalTime>95</TotalTime>
  <Words>461</Words>
  <Application>Microsoft Office PowerPoint</Application>
  <PresentationFormat>宽屏</PresentationFormat>
  <Paragraphs>63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微软雅黑</vt:lpstr>
      <vt:lpstr>Franklin Gothic Book</vt:lpstr>
      <vt:lpstr>Times New Roman</vt:lpstr>
      <vt:lpstr>Wingdings</vt:lpstr>
      <vt:lpstr>裁剪</vt:lpstr>
      <vt:lpstr>PowerPoint 演示文稿</vt:lpstr>
      <vt:lpstr>最具代表性的工作概述（最多不超过3页）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Shan Shiguang</cp:lastModifiedBy>
  <cp:revision>83</cp:revision>
  <dcterms:created xsi:type="dcterms:W3CDTF">2018-10-19T00:54:49Z</dcterms:created>
  <dcterms:modified xsi:type="dcterms:W3CDTF">2020-01-19T13:43:49Z</dcterms:modified>
</cp:coreProperties>
</file>